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Autonoom Voertuigsysteem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Oplevering aan Mercedes-Benz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114800" cy="0"/>
          </a:xfrm>
          <a:prstGeom prst="line">
            <a:avLst/>
          </a:prstGeom>
          <a:noFill/>
          <a:ln w="25400">
            <a:solidFill>
              <a:srgbClr val="00AD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60320"/>
            <a:ext cx="2560320" cy="457200"/>
          </a:xfrm>
          <a:prstGeom prst="rect">
            <a:avLst/>
          </a:prstGeom>
          <a:solidFill>
            <a:srgbClr val="00ADEF">
              <a:alpha val="80000"/>
            </a:srgbClr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Hardware­documentatie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560320"/>
            <a:ext cx="2560320" cy="457200"/>
          </a:xfrm>
          <a:prstGeom prst="rect">
            <a:avLst/>
          </a:prstGeom>
          <a:solidFill>
            <a:srgbClr val="00ADEF">
              <a:alpha val="80000"/>
            </a:srgbClr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Software­documentatie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560320"/>
            <a:ext cx="2560320" cy="457200"/>
          </a:xfrm>
          <a:prstGeom prst="rect">
            <a:avLst/>
          </a:prstGeom>
          <a:solidFill>
            <a:srgbClr val="00ADEF">
              <a:alpha val="80000"/>
            </a:srgbClr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Productie­handleiding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097280"/>
            <a:ext cx="1463040" cy="1463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 ·  MQTT  ·  KiCad PCB  ·  InfluxDB  ·  Grafana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Schooljaar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Projectoverzicht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1792" y="16459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Autonoom voertuig met lijnvolging, obstakeldetectie en draadloze communicatie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9601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1430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wie?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65192" y="16459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— intern transport &amp; logistiek op de werkvloer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0632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Hoe?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21792" y="356616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stuurt IR-sensoren, motor drivers en ultrasone sensor aan via custom PCB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00600" y="288036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0632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Monitoring?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4965192" y="356616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→ InfluxDB → Grafana dashboard voor realtime opvolging van alle wagentjes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Hardwaredocumentatie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0ADEF"/>
            </a:solidFill>
            <a:prstDash val="solid"/>
          </a:ln>
        </p:spPr>
      </p:sp>
      <p:pic>
        <p:nvPicPr>
          <p:cNvPr id="5" name="Image 0" descr="/home/claude/schem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475488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0" y="914400"/>
            <a:ext cx="3566160" cy="338328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0" y="91440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Hardwarespecificaties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49240" y="1261872"/>
            <a:ext cx="34747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– Wi-Fi + BT microcontroller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– dual H-bridge motor driver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IR-sensor – lijnvolging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– ultrasone obstakeldetectie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03520" y="2816352"/>
            <a:ext cx="3566160" cy="33832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0" y="2816352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Behuizing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49240" y="3163824"/>
            <a:ext cx="34747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3D-geprinte baseplates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 IR-sensoren &amp; motor drivers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Productiebestanden beschikbaar (STL)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0" y="4370832"/>
            <a:ext cx="3566160" cy="3383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0" y="4370832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&amp; Schema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49240" y="4718304"/>
            <a:ext cx="34747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Ontworpen in KiCad 10.0.1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 converter 7.2V → 5V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Start/Stop drukknop, RGB LED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Ontwerp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0ADEF"/>
            </a:solidFill>
            <a:prstDash val="solid"/>
          </a:ln>
        </p:spPr>
      </p:sp>
      <p:pic>
        <p:nvPicPr>
          <p:cNvPr id="5" name="Image 0" descr="/home/claude/pcbboard_au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466344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0" y="960120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94960" y="1051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66560" y="1051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10.0.1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03520" y="1627632"/>
            <a:ext cx="3566160" cy="566928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94960" y="17190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66560" y="17190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(Wi-Fi + BT)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03520" y="2295144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23865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66560" y="2386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H-bridge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03520" y="2962656"/>
            <a:ext cx="3566160" cy="566928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30540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Voeding: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66560" y="30540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7.2V Li-Po → 5V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303520" y="3630168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0" y="37216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Regeling: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766560" y="3721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 Min360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303520" y="4297680"/>
            <a:ext cx="3566160" cy="566928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94960" y="4389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766560" y="4389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Besteld, in levering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Softwaredocumentatie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834640" cy="3886200"/>
          </a:xfrm>
          <a:prstGeom prst="rect">
            <a:avLst/>
          </a:prstGeom>
          <a:solidFill>
            <a:srgbClr val="111827"/>
          </a:solidFill>
          <a:ln w="25400">
            <a:solidFill>
              <a:srgbClr val="00AD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834640" cy="457200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058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9875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50876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gedocumenteerde broncode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Lijnvolging met IR-sensorarray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PID-sturing voor motorregeling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Obstakeldetectie + omrijlogica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960120"/>
            <a:ext cx="2834640" cy="3886200"/>
          </a:xfrm>
          <a:prstGeom prst="rect">
            <a:avLst/>
          </a:prstGeom>
          <a:solidFill>
            <a:srgbClr val="111827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960120"/>
            <a:ext cx="2834640" cy="4572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0058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21608" y="9875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MQTT-configuratie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150876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broker op Raspberry Pi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batterij, afstand, status, fout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Authenticatie via wachtwoordbestand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960120"/>
            <a:ext cx="2834640" cy="3886200"/>
          </a:xfrm>
          <a:prstGeom prst="rect">
            <a:avLst/>
          </a:prstGeom>
          <a:solidFill>
            <a:srgbClr val="111827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960120"/>
            <a:ext cx="283464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0058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93408" y="9875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Foutdetectie &amp; Herstel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150876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Vastgelopen → achteruit + herroute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vooruitgang → MQTT-alert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herstel of operator-melding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&amp;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011680"/>
            <a:ext cx="1828800" cy="822960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Wagentje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(ESP32)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2011680"/>
            <a:ext cx="2103120" cy="82296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2011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(Mosquitto)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256032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417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2560320" cy="731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2423160"/>
            <a:ext cx="914400" cy="0"/>
          </a:xfrm>
          <a:prstGeom prst="line">
            <a:avLst/>
          </a:prstGeom>
          <a:noFill/>
          <a:ln w="25400">
            <a:solidFill>
              <a:srgbClr val="00AD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1828800"/>
            <a:ext cx="1005840" cy="-228600"/>
          </a:xfrm>
          <a:prstGeom prst="line">
            <a:avLst/>
          </a:prstGeom>
          <a:noFill/>
          <a:ln w="25400">
            <a:solidFill>
              <a:srgbClr val="0A0F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2423160"/>
            <a:ext cx="1005840" cy="301752"/>
          </a:xfrm>
          <a:prstGeom prst="line">
            <a:avLst/>
          </a:prstGeom>
          <a:noFill/>
          <a:ln w="25400">
            <a:solidFill>
              <a:srgbClr val="0A0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Topics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566160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wagon/batterij – percentage + LED-status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wagon/afstand – meting ultrasone sensor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wagon/status – stop / start / rondleiding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wagon/fout – vastgelopen of kritiek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1792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Batterij LED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639312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593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30% – OK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411480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069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 – Laag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590288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544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 – Stop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Productiehandleiding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640080" cy="1234440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bestellen &amp; solderen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de meegeleverde Gerber-bestanden. Soldeer ESP32, L298N, buck converter en passieve componenten.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60120"/>
            <a:ext cx="640080" cy="1234440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6012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1051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Behuizing 3D-printen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4173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de baseplates via de STL-productiebestanden. Monteer IR-sensoren en motor drivers op de plates.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41605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31720"/>
            <a:ext cx="640080" cy="1234440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3172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423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Elektrische aansluiting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7889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 motoren, sensoren en servo conform het elektronisch schema. Controleer spanningsniveaus.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1605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31720"/>
            <a:ext cx="640080" cy="1234440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33172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2423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flashen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27889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de gedocumenteerde code via de Arduino IDE op de ESP32. Stel Wi-Fi en MQTT-broker in.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41605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703320"/>
            <a:ext cx="640080" cy="1234440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70332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37947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Kalibratie &amp; test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1605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IR-sensoren af op de lijn. Test obstakeldetectie. Verifieer MQTT-communicatie via het dashboard.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703320"/>
            <a:ext cx="41605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703320"/>
            <a:ext cx="640080" cy="1234440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70332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86400" y="37947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activeren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41605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InfluxDB + Grafana op de Raspberry Pi. Voeg wagentjes toe en controleer realtime data.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Oplevering – Overzicht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7772400" cy="0"/>
          </a:xfrm>
          <a:prstGeom prst="line">
            <a:avLst/>
          </a:prstGeom>
          <a:noFill/>
          <a:ln w="25400">
            <a:solidFill>
              <a:srgbClr val="00AD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Hardwaredocumentatie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813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Specificaties alle hardwarecomponenten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4708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8105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Elektronische schema's (KiCad)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7627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139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PCB-ontwerp + Gerber-bestanden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05456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24688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3D-printbestanden behuizing (STL)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48640" y="29077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Softwaredocumentatie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28416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32918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gedocumenteerde broncode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657600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14400" y="362102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MQTT-configuratie (Mosquitto)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986784"/>
            <a:ext cx="237744" cy="23774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14400" y="395020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Dashboard-configuratie (Grafana)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315968"/>
            <a:ext cx="237744" cy="23774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914400" y="427939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Foutdetectie- en herstelstrategieën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548640" y="47183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Productiehandleiding</a:t>
            </a:r>
            <a:endParaRPr lang="en-US" sz="14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5138928"/>
            <a:ext cx="237744" cy="237744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14400" y="510235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6-stappengids PCB → rijdend wagentje</a:t>
            </a:r>
            <a:endParaRPr lang="en-US" sz="12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5468112"/>
            <a:ext cx="237744" cy="237744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914400" y="543153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Kalibratie-instructies sensoren</a:t>
            </a:r>
            <a:endParaRPr lang="en-US" sz="12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5797296"/>
            <a:ext cx="237744" cy="237744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914400" y="576072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opstartprocedure</a:t>
            </a:r>
            <a:endParaRPr lang="en-US" sz="1200" dirty="0"/>
          </a:p>
        </p:txBody>
      </p:sp>
      <p:sp>
        <p:nvSpPr>
          <p:cNvPr id="31" name="Text 18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Autonoom Voertuig – Mercedes-Benz Oplevering</dc:title>
  <dc:subject>PptxGenJS Presentation</dc:subject>
  <dc:creator>PptxGenJS</dc:creator>
  <cp:lastModifiedBy>PptxGenJS</cp:lastModifiedBy>
  <cp:revision>1</cp:revision>
  <dcterms:created xsi:type="dcterms:W3CDTF">2026-06-01T13:48:33Z</dcterms:created>
  <dcterms:modified xsi:type="dcterms:W3CDTF">2026-06-01T13:48:33Z</dcterms:modified>
</cp:coreProperties>
</file>